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6"/>
          </a:solidFill>
          <a:ln w="12700">
            <a:solidFill>
              <a:srgbClr val="F8FA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4700016" cy="6858000"/>
          </a:xfrm>
          <a:prstGeom prst="rect">
            <a:avLst/>
          </a:prstGeom>
          <a:solidFill>
            <a:srgbClr val="003633"/>
          </a:solidFill>
          <a:ln w="12700">
            <a:solidFill>
              <a:srgbClr val="0036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7728" y="0"/>
            <a:ext cx="219456" cy="6858000"/>
          </a:xfrm>
          <a:prstGeom prst="rect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77240" y="5257800"/>
            <a:ext cx="2377440" cy="2377440"/>
          </a:xfrm>
          <a:prstGeom prst="ellipse">
            <a:avLst/>
          </a:prstGeom>
          <a:solidFill>
            <a:srgbClr val="E1F4EE">
              <a:alpha val="95000"/>
            </a:srgbClr>
          </a:solidFill>
          <a:ln w="12700">
            <a:solidFill>
              <a:srgbClr val="E1F4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685800"/>
            <a:ext cx="2926080" cy="2926080"/>
          </a:xfrm>
          <a:prstGeom prst="ellipse">
            <a:avLst/>
          </a:prstGeom>
          <a:solidFill>
            <a:srgbClr val="74C8BD">
              <a:alpha val="38000"/>
            </a:srgbClr>
          </a:solidFill>
          <a:ln w="12700">
            <a:solidFill>
              <a:srgbClr val="74C8BD">
                <a:alpha val="0"/>
              </a:srgbClr>
            </a:solidFill>
            <a:prstDash val="solid"/>
          </a:ln>
        </p:spPr>
      </p:sp>
      <p:pic>
        <p:nvPicPr>
          <p:cNvPr id="7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7108"/>
            <a:ext cx="2468880" cy="615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572768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Technology-Led Recovery Operations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58368" y="2852928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responsible operating system for borrower contact, field recovery, legal coordination, payment reminders and portfolio visibility.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8368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05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Manage. Recover. Grow.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D6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22960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focus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2542032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5A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47%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2706624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lift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4425696" y="4800600"/>
            <a:ext cx="1664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4928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96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24h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4590288" y="52760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updates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7818120" y="749808"/>
            <a:ext cx="3703320" cy="5358384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C:\Users\Hp\Documents\Codex\2026-06-09\files-mentioned-by-the-user-credgenics\outputs\codenote-technologies-site\assets\visual-team-oper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945" y="932688"/>
            <a:ext cx="3248526" cy="2057400"/>
          </a:xfrm>
          <a:prstGeom prst="rect">
            <a:avLst/>
          </a:prstGeom>
        </p:spPr>
      </p:pic>
      <p:pic>
        <p:nvPicPr>
          <p:cNvPr id="22" name="Image 2" descr="C:\Users\Hp\Documents\Codex\2026-06-09\files-mentioned-by-the-user-credgenics\outputs\codenote-technologies-site\assets\codenote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310128"/>
            <a:ext cx="2057400" cy="2057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19872" y="55504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Codenote Technologies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3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59" y="118872"/>
            <a:ext cx="1688219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PROMISE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02920" y="1024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sharper way to run recovery 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21208" y="16276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website story turns into three operating advantages: measured communication, controlled field activity and visible portfolio movement.</a:t>
            </a:r>
            <a:endParaRPr lang="en-US" sz="1240" dirty="0"/>
          </a:p>
        </p:txBody>
      </p:sp>
      <p:sp>
        <p:nvSpPr>
          <p:cNvPr id="7" name="Shape 4"/>
          <p:cNvSpPr/>
          <p:nvPr/>
        </p:nvSpPr>
        <p:spPr>
          <a:xfrm>
            <a:off x="56692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8FAF6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999232"/>
            <a:ext cx="347472" cy="347472"/>
          </a:xfrm>
          <a:prstGeom prst="ellipse">
            <a:avLst/>
          </a:prstGeom>
          <a:solidFill>
            <a:srgbClr val="006D65"/>
          </a:solidFill>
          <a:ln w="12700">
            <a:solidFill>
              <a:srgbClr val="006D6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6809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Calm engagement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809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Borrower-sensitive messaging and controlled contact cadence.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253288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0FAF7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15768" y="2999232"/>
            <a:ext cx="347472" cy="347472"/>
          </a:xfrm>
          <a:prstGeom prst="ellipse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0720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3405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control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3405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Assignment, route visibility and accountable execution loops.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498848" y="2788920"/>
            <a:ext cx="1700784" cy="2011680"/>
          </a:xfrm>
          <a:prstGeom prst="roundRect">
            <a:avLst>
              <a:gd name="adj" fmla="val 4301"/>
            </a:avLst>
          </a:prstGeom>
          <a:solidFill>
            <a:srgbClr val="F8FAF6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2999232"/>
            <a:ext cx="347472" cy="347472"/>
          </a:xfrm>
          <a:prstGeom prst="ellipse">
            <a:avLst/>
          </a:prstGeom>
          <a:solidFill>
            <a:srgbClr val="B96B50"/>
          </a:solidFill>
          <a:ln w="12700">
            <a:solidFill>
              <a:srgbClr val="B96B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309067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00016" y="35021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 clarity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00016" y="39319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bucket and agent-level reporting for faster decisions.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784848" y="1097280"/>
            <a:ext cx="4800600" cy="4498848"/>
          </a:xfrm>
          <a:prstGeom prst="roundRect">
            <a:avLst>
              <a:gd name="adj" fmla="val 1626"/>
            </a:avLst>
          </a:prstGeom>
          <a:solidFill>
            <a:srgbClr val="F8FAF6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pic>
        <p:nvPicPr>
          <p:cNvPr id="23" name="Image 1" descr="C:\Users\Hp\Documents\Codex\2026-06-09\files-mentioned-by-the-user-credgenics\outputs\codenote-technologies-site\assets\visual-compliance-de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591" y="1353312"/>
            <a:ext cx="3493971" cy="22128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87184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Responsible execution layer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7205472" y="4462272"/>
            <a:ext cx="3383280" cy="0"/>
          </a:xfrm>
          <a:prstGeom prst="line">
            <a:avLst/>
          </a:prstGeom>
          <a:noFill/>
          <a:ln w="17780">
            <a:solidFill>
              <a:srgbClr val="006D6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96912" y="437083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logs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7205472" y="4791456"/>
            <a:ext cx="3383280" cy="0"/>
          </a:xfrm>
          <a:prstGeom prst="line">
            <a:avLst/>
          </a:prstGeom>
          <a:noFill/>
          <a:ln w="17780">
            <a:solidFill>
              <a:srgbClr val="D5A43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96912" y="47000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status</a:t>
            </a:r>
            <a:endParaRPr lang="en-US" sz="920" dirty="0"/>
          </a:p>
        </p:txBody>
      </p:sp>
      <p:sp>
        <p:nvSpPr>
          <p:cNvPr id="29" name="Shape 25"/>
          <p:cNvSpPr/>
          <p:nvPr/>
        </p:nvSpPr>
        <p:spPr>
          <a:xfrm>
            <a:off x="7205472" y="5120640"/>
            <a:ext cx="3383280" cy="0"/>
          </a:xfrm>
          <a:prstGeom prst="line">
            <a:avLst/>
          </a:prstGeom>
          <a:noFill/>
          <a:ln w="17780">
            <a:solidFill>
              <a:srgbClr val="B96B5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96912" y="50292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coordination</a:t>
            </a:r>
            <a:endParaRPr lang="en-US" sz="920" dirty="0"/>
          </a:p>
        </p:txBody>
      </p:sp>
      <p:sp>
        <p:nvSpPr>
          <p:cNvPr id="31" name="Shape 27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Codenote | 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3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59" y="118872"/>
            <a:ext cx="1688219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MAP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portfolio input to action-ready visibility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21208" y="15727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operating flow keeps handoffs explicit, so every borrower interaction and field movement has context.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233172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53288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" y="342900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003633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63016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layer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4526280"/>
            <a:ext cx="184708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472744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layer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5292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9E3">
                <a:alpha val="8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52928" y="2249424"/>
            <a:ext cx="1143000" cy="137160"/>
          </a:xfrm>
          <a:prstGeom prst="rect">
            <a:avLst/>
          </a:prstGeom>
          <a:solidFill>
            <a:srgbClr val="006D65"/>
          </a:solidFill>
          <a:ln w="12700">
            <a:solidFill>
              <a:srgbClr val="006D6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094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intake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20954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995928" y="3703320"/>
            <a:ext cx="502920" cy="0"/>
          </a:xfrm>
          <a:prstGeom prst="line">
            <a:avLst/>
          </a:prstGeom>
          <a:noFill/>
          <a:ln w="15240">
            <a:solidFill>
              <a:srgbClr val="5B726D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49884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9E3">
                <a:alpha val="8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98848" y="2249424"/>
            <a:ext cx="1143000" cy="137160"/>
          </a:xfrm>
          <a:prstGeom prst="rect">
            <a:avLst/>
          </a:prstGeom>
          <a:solidFill>
            <a:srgbClr val="74C8BD"/>
          </a:solidFill>
          <a:ln w="12700">
            <a:solidFill>
              <a:srgbClr val="74C8B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85546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4C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641848" y="3703320"/>
            <a:ext cx="502920" cy="0"/>
          </a:xfrm>
          <a:prstGeom prst="line">
            <a:avLst/>
          </a:prstGeom>
          <a:noFill/>
          <a:ln w="15240">
            <a:solidFill>
              <a:srgbClr val="5B726D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4476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9E3">
                <a:alpha val="82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44768" y="2249424"/>
            <a:ext cx="1143000" cy="137160"/>
          </a:xfrm>
          <a:prstGeom prst="rect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cadence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138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A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287768" y="3703320"/>
            <a:ext cx="502920" cy="0"/>
          </a:xfrm>
          <a:prstGeom prst="line">
            <a:avLst/>
          </a:prstGeom>
          <a:noFill/>
          <a:ln w="15240">
            <a:solidFill>
              <a:srgbClr val="5B726D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79068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9E3">
                <a:alpha val="82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90688" y="2249424"/>
            <a:ext cx="1143000" cy="137160"/>
          </a:xfrm>
          <a:prstGeom prst="rect">
            <a:avLst/>
          </a:prstGeom>
          <a:solidFill>
            <a:srgbClr val="B96B50"/>
          </a:solidFill>
          <a:ln w="12700">
            <a:solidFill>
              <a:srgbClr val="B96B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1870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14730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6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933688" y="3703320"/>
            <a:ext cx="502920" cy="0"/>
          </a:xfrm>
          <a:prstGeom prst="line">
            <a:avLst/>
          </a:prstGeom>
          <a:noFill/>
          <a:ln w="15240">
            <a:solidFill>
              <a:srgbClr val="5B726D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436608" y="2249424"/>
            <a:ext cx="1143000" cy="29260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9E3">
                <a:alpha val="82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436608" y="2249424"/>
            <a:ext cx="1143000" cy="137160"/>
          </a:xfrm>
          <a:prstGeom prst="rect">
            <a:avLst/>
          </a:prstGeom>
          <a:solidFill>
            <a:srgbClr val="00524D"/>
          </a:solidFill>
          <a:ln w="12700">
            <a:solidFill>
              <a:srgbClr val="0052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64624" y="28803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Resolution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793224" y="40690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5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098280" y="1005840"/>
            <a:ext cx="2304288" cy="786384"/>
          </a:xfrm>
          <a:prstGeom prst="roundRect">
            <a:avLst>
              <a:gd name="adj" fmla="val 9302"/>
            </a:avLst>
          </a:prstGeom>
          <a:solidFill>
            <a:srgbClr val="003633"/>
          </a:solidFill>
          <a:ln w="12700">
            <a:solidFill>
              <a:srgbClr val="0036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08592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view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308592" y="14447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1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bucket and agent performance in one review loop.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Codenote | 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3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59" y="118872"/>
            <a:ext cx="1688219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RHYTHM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02920" y="98755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daily cadence that stays human and measurable</a:t>
            </a:r>
            <a:endParaRPr lang="en-US" sz="2800" dirty="0"/>
          </a:p>
        </p:txBody>
      </p:sp>
      <p:pic>
        <p:nvPicPr>
          <p:cNvPr id="6" name="Image 1" descr="C:\Users\Hp\Documents\Codex\2026-06-09\files-mentioned-by-the-user-credgenics\outputs\codenote-technologies-site\assets\visual-analytics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68" y="1005840"/>
            <a:ext cx="3681663" cy="2331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3712464"/>
            <a:ext cx="658368" cy="658368"/>
          </a:xfrm>
          <a:prstGeom prst="ellipse">
            <a:avLst/>
          </a:prstGeom>
          <a:solidFill>
            <a:srgbClr val="006D65"/>
          </a:solidFill>
          <a:ln w="12700">
            <a:solidFill>
              <a:srgbClr val="006D6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intake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1243584" y="4041648"/>
            <a:ext cx="1307592" cy="0"/>
          </a:xfrm>
          <a:prstGeom prst="line">
            <a:avLst/>
          </a:prstGeom>
          <a:noFill/>
          <a:ln w="27940">
            <a:solidFill>
              <a:srgbClr val="D9E9E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779776" y="3712464"/>
            <a:ext cx="658368" cy="658368"/>
          </a:xfrm>
          <a:prstGeom prst="ellipse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90088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78608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3456432" y="4041648"/>
            <a:ext cx="1307592" cy="0"/>
          </a:xfrm>
          <a:prstGeom prst="line">
            <a:avLst/>
          </a:prstGeom>
          <a:noFill/>
          <a:ln w="27940">
            <a:solidFill>
              <a:srgbClr val="D9E9E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992624" y="3712464"/>
            <a:ext cx="658368" cy="658368"/>
          </a:xfrm>
          <a:prstGeom prst="ellipse">
            <a:avLst/>
          </a:prstGeom>
          <a:solidFill>
            <a:srgbClr val="006D65"/>
          </a:solidFill>
          <a:ln w="12700">
            <a:solidFill>
              <a:srgbClr val="006D6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02936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91456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plan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5669280" y="4041648"/>
            <a:ext cx="1307592" cy="0"/>
          </a:xfrm>
          <a:prstGeom prst="line">
            <a:avLst/>
          </a:prstGeom>
          <a:noFill/>
          <a:ln w="27940">
            <a:solidFill>
              <a:srgbClr val="D9E9E3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7205472" y="3712464"/>
            <a:ext cx="658368" cy="658368"/>
          </a:xfrm>
          <a:prstGeom prst="ellipse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15784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004304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action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7882128" y="4041648"/>
            <a:ext cx="1307592" cy="0"/>
          </a:xfrm>
          <a:prstGeom prst="line">
            <a:avLst/>
          </a:prstGeom>
          <a:noFill/>
          <a:ln w="27940">
            <a:solidFill>
              <a:srgbClr val="D9E9E3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9418320" y="3712464"/>
            <a:ext cx="658368" cy="658368"/>
          </a:xfrm>
          <a:prstGeom prst="ellipse">
            <a:avLst/>
          </a:prstGeom>
          <a:solidFill>
            <a:srgbClr val="006D65"/>
          </a:solidFill>
          <a:ln w="12700">
            <a:solidFill>
              <a:srgbClr val="006D6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628632" y="39319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217152" y="455371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tracking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21792" y="5504688"/>
            <a:ext cx="10954512" cy="475488"/>
          </a:xfrm>
          <a:prstGeom prst="roundRect">
            <a:avLst>
              <a:gd name="adj" fmla="val 15385"/>
            </a:avLst>
          </a:prstGeom>
          <a:solidFill>
            <a:srgbClr val="F8FAF6"/>
          </a:solidFill>
          <a:ln w="12700">
            <a:solidFill>
              <a:srgbClr val="D9E9E3">
                <a:alpha val="7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" y="5660136"/>
            <a:ext cx="10369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reduce noise: one cadence, clear owners, visible action status and compliant borrower communication.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Codenote | 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3">
                <a:alpha val="80000"/>
              </a:srgbClr>
            </a:solidFill>
            <a:prstDash val="solid"/>
          </a:ln>
        </p:spPr>
      </p:sp>
      <p:pic>
        <p:nvPicPr>
          <p:cNvPr id="3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59" y="118872"/>
            <a:ext cx="1688219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201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PROOF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02920" y="9692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leaders can inspect every week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21208" y="1572768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visual language used on the website carries into a clean review deck: status, movement and accountability.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25146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movement</a:t>
            </a:r>
            <a:endParaRPr lang="en-US" sz="940" dirty="0"/>
          </a:p>
        </p:txBody>
      </p:sp>
      <p:sp>
        <p:nvSpPr>
          <p:cNvPr id="8" name="Shape 5"/>
          <p:cNvSpPr/>
          <p:nvPr/>
        </p:nvSpPr>
        <p:spPr>
          <a:xfrm>
            <a:off x="2578608" y="2578608"/>
            <a:ext cx="2743200" cy="155448"/>
          </a:xfrm>
          <a:prstGeom prst="rect">
            <a:avLst/>
          </a:prstGeom>
          <a:solidFill>
            <a:srgbClr val="D9E9E3">
              <a:alpha val="90000"/>
            </a:srgbClr>
          </a:solidFill>
          <a:ln w="12700">
            <a:solidFill>
              <a:srgbClr val="D9E9E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78608" y="2578608"/>
            <a:ext cx="2194560" cy="155448"/>
          </a:xfrm>
          <a:prstGeom prst="rect">
            <a:avLst/>
          </a:prstGeom>
          <a:solidFill>
            <a:srgbClr val="006D65"/>
          </a:solidFill>
          <a:ln w="12700">
            <a:solidFill>
              <a:srgbClr val="006D6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13248" y="249631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58368" y="3227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improvement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2578608" y="3291840"/>
            <a:ext cx="2743200" cy="155448"/>
          </a:xfrm>
          <a:prstGeom prst="rect">
            <a:avLst/>
          </a:prstGeom>
          <a:solidFill>
            <a:srgbClr val="D9E9E3">
              <a:alpha val="90000"/>
            </a:srgbClr>
          </a:solidFill>
          <a:ln w="12700">
            <a:solidFill>
              <a:srgbClr val="D9E9E3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78608" y="3291840"/>
            <a:ext cx="1289304" cy="155448"/>
          </a:xfrm>
          <a:prstGeom prst="rect">
            <a:avLst/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320954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5A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47%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58368" y="39410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36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visibility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2578608" y="4005072"/>
            <a:ext cx="2743200" cy="155448"/>
          </a:xfrm>
          <a:prstGeom prst="rect">
            <a:avLst/>
          </a:prstGeom>
          <a:solidFill>
            <a:srgbClr val="D9E9E3">
              <a:alpha val="90000"/>
            </a:srgbClr>
          </a:solidFill>
          <a:ln w="12700">
            <a:solidFill>
              <a:srgbClr val="D9E9E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78608" y="4005072"/>
            <a:ext cx="2523744" cy="155448"/>
          </a:xfrm>
          <a:prstGeom prst="rect">
            <a:avLst/>
          </a:prstGeom>
          <a:solidFill>
            <a:srgbClr val="B96B50"/>
          </a:solidFill>
          <a:ln w="12700">
            <a:solidFill>
              <a:srgbClr val="B96B5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13248" y="39227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B96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446520" y="1207008"/>
            <a:ext cx="4901184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84848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Enterprise-ready association set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78484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22" name="Image 1" descr="C:\Users\Hp\Documents\Codex\2026-06-09\files-mentioned-by-the-user-credgenics\outputs\codenote-technologies-site\assets\partner-icici-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256028"/>
            <a:ext cx="896112" cy="3982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20216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24" name="Image 2" descr="C:\Users\Hp\Documents\Codex\2026-06-09\files-mentioned-by-the-user-credgenics\outputs\codenote-technologies-site\assets\partner-hdfc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256028"/>
            <a:ext cx="896112" cy="39827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619488" y="214884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26" name="Image 3" descr="C:\Users\Hp\Documents\Codex\2026-06-09\files-mentioned-by-the-user-credgenics\outputs\codenote-technologies-site\assets\partner-bajaj-finser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56028"/>
            <a:ext cx="896112" cy="39827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78484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28" name="Image 4" descr="C:\Users\Hp\Documents\Codex\2026-06-09\files-mentioned-by-the-user-credgenics\outputs\codenote-technologies-site\assets\partner-idfc-first-ba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216148"/>
            <a:ext cx="896112" cy="39827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20216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30" name="Image 5" descr="C:\Users\Hp\Documents\Codex\2026-06-09\files-mentioned-by-the-user-credgenics\outputs\codenote-technologies-site\assets\partner-tata-capit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216148"/>
            <a:ext cx="896112" cy="39827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619488" y="3108960"/>
            <a:ext cx="1097280" cy="621792"/>
          </a:xfrm>
          <a:prstGeom prst="rect">
            <a:avLst>
              <a:gd name="adj" fmla="val 11765"/>
            </a:avLst>
          </a:prstGeom>
          <a:solidFill>
            <a:srgbClr val="F8FAF6"/>
          </a:solidFill>
          <a:ln w="12700">
            <a:solidFill>
              <a:srgbClr val="D9E9E3">
                <a:alpha val="65000"/>
              </a:srgbClr>
            </a:solidFill>
            <a:prstDash val="solid"/>
          </a:ln>
        </p:spPr>
      </p:sp>
      <p:pic>
        <p:nvPicPr>
          <p:cNvPr id="32" name="Image 6" descr="C:\Users\Hp\Documents\Codex\2026-06-09\files-mentioned-by-the-user-credgenics\outputs\codenote-technologies-site\assets\partner-muthoot-capi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3216148"/>
            <a:ext cx="896112" cy="3982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12280" y="4645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final PDF as a client-ready overview or a first meeting leave-behind.</a:t>
            </a:r>
            <a:endParaRPr lang="en-US" sz="1030" dirty="0"/>
          </a:p>
        </p:txBody>
      </p:sp>
      <p:sp>
        <p:nvSpPr>
          <p:cNvPr id="34" name="Shape 25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D9E9E3">
                <a:alpha val="75000"/>
              </a:srgbClr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72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Codenote | 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33"/>
          </a:solidFill>
          <a:ln w="12700">
            <a:solidFill>
              <a:srgbClr val="0036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5A43A"/>
          </a:solidFill>
          <a:ln w="12700">
            <a:solidFill>
              <a:srgbClr val="D5A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3840480" cy="3840480"/>
          </a:xfrm>
          <a:prstGeom prst="ellipse">
            <a:avLst/>
          </a:prstGeom>
          <a:solidFill>
            <a:srgbClr val="006D65">
              <a:alpha val="38000"/>
            </a:srgbClr>
          </a:solidFill>
          <a:ln w="12700">
            <a:solidFill>
              <a:srgbClr val="006D6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977640"/>
            <a:ext cx="2011680" cy="2011680"/>
          </a:xfrm>
          <a:prstGeom prst="ellipse">
            <a:avLst/>
          </a:prstGeom>
          <a:solidFill>
            <a:srgbClr val="B96B50">
              <a:alpha val="75000"/>
            </a:srgbClr>
          </a:solidFill>
          <a:ln w="12700">
            <a:solidFill>
              <a:srgbClr val="B96B5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56692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:\Users\Hp\Documents\Codex\2026-06-09\files-mentioned-by-the-user-credgenics\outputs\codenote-technologies-site\assets\codenote-we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781" y="713232"/>
            <a:ext cx="2055223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8470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Ready for a sharper recovery review?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749808" y="29809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1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deck and the downloadable PDF mirror the website identity while staying easy to read for client conversations.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41248" y="413308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follow-ups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4233672"/>
            <a:ext cx="54864" cy="0"/>
          </a:xfrm>
          <a:prstGeom prst="line">
            <a:avLst/>
          </a:prstGeom>
          <a:noFill/>
          <a:ln w="38100">
            <a:solidFill>
              <a:srgbClr val="D5A4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413308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Tele-calling coordination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4233672"/>
            <a:ext cx="54864" cy="0"/>
          </a:xfrm>
          <a:prstGeom prst="line">
            <a:avLst/>
          </a:prstGeom>
          <a:noFill/>
          <a:ln w="38100">
            <a:solidFill>
              <a:srgbClr val="D5A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57200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collections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9808" y="4672584"/>
            <a:ext cx="54864" cy="0"/>
          </a:xfrm>
          <a:prstGeom prst="line">
            <a:avLst/>
          </a:prstGeom>
          <a:noFill/>
          <a:ln w="38100">
            <a:solidFill>
              <a:srgbClr val="D5A4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457200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workflow support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4672584"/>
            <a:ext cx="54864" cy="0"/>
          </a:xfrm>
          <a:prstGeom prst="line">
            <a:avLst/>
          </a:prstGeom>
          <a:noFill/>
          <a:ln w="38100">
            <a:solidFill>
              <a:srgbClr val="D5A4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99248" y="105156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C:\Users\Hp\Documents\Codex\2026-06-09\files-mentioned-by-the-user-credgenics\outputs\codenote-technologies-site\assets\visual-team-oper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562" y="1325880"/>
            <a:ext cx="2772076" cy="1755648"/>
          </a:xfrm>
          <a:prstGeom prst="rect">
            <a:avLst/>
          </a:prstGeom>
        </p:spPr>
      </p:pic>
      <p:pic>
        <p:nvPicPr>
          <p:cNvPr id="20" name="Image 2" descr="C:\Users\Hp\Documents\Codex\2026-06-09\files-mentioned-by-the-user-credgenics\outputs\codenote-technologies-site\assets\codenote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3429000"/>
            <a:ext cx="1316736" cy="1316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4983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36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Codenote Technologies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Codenote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Codenote Technologies - presentation</dc:title>
  <dc:subject>Codenote Technologies website presentation</dc:subject>
  <dc:creator>Codenote Technologies</dc:creator>
  <cp:lastModifiedBy>Codenote Technologies</cp:lastModifiedBy>
  <cp:revision>1</cp:revision>
  <dcterms:created xsi:type="dcterms:W3CDTF">2026-06-13T12:41:41Z</dcterms:created>
  <dcterms:modified xsi:type="dcterms:W3CDTF">2026-06-13T12:41:41Z</dcterms:modified>
</cp:coreProperties>
</file>